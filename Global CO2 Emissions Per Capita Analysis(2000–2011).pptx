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233FF-7635-AB09-D037-CB27570A6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48A2B-BCE8-68A5-1973-51E764119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13A52-D71E-133C-7E4C-B393E03DE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C714B-9039-03D8-B2B3-6400F3878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1E78A-A074-AABE-6319-EBBF8E42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5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622B-ED34-0843-CC5B-BDF86F3C8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5F763-F75D-16ED-9536-2E0CB7939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BA836-A2EB-2A85-648F-C096ED80F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0CB80-C26B-58FC-DB3F-4B31EAD08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FAA5-ECE4-7BEB-B885-CE7085533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8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84137-BDFD-705B-5B99-B41849CB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C97B2-F7E1-B46E-5A64-0FCF0C3FB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A91BF-45E9-F0BF-8897-B476646A4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E84B0-8264-5CC1-8C9F-DF1E0E9F6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0CED3-2F76-E3C6-DF79-859997D5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0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6D97-4912-7B41-EE37-7ED21FD2F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82341-B35B-4EB6-207E-B82C68CD8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F7964-5CB2-1607-0CCE-48AD470B6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F5631-1182-E390-1D9E-4AE58441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73187-60B9-7FC5-32AD-49327409D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6B30E-5823-DC0B-12B9-0AB37B27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8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28B6A-C38B-2B83-0C8F-5BE3A04D4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C62F9-3461-EBB0-1E39-4EE350937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5505F-6B42-955D-B51F-1046D7AE5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D1BEF1-9925-E603-D0FF-78A2D3EFB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43CFD-F66F-0012-5556-4090CA31BC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22FE5-CD60-891C-39C3-E1202A346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9C2D5-04DC-523E-0C2B-46DC7703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6E0A16-F500-214B-4AE6-9466A9F2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65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C9876-7126-0240-8F82-D2FA8ACB5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9E4389-BF77-A7B0-359D-8636BE98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FA000-06C0-39F6-ACB2-95CB76C12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3E8A4-F412-E5DC-7E4E-7EF2041A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1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054BF4-FEC0-0A42-C836-7AC5FD535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B78117-DD4A-5317-E59E-FBDFB9C2D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4A099-E891-38EE-E25D-0038A6F9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B66C-AE4A-E5C3-FAF4-A089A746F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8F1AC-FC02-A3B9-3A15-3EE71F12A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6131D-4F82-CAAF-A20A-89FCB439B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73794-01C8-535B-EB00-91511C429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420B8-188E-82AE-E8A9-1080C564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236A3-C840-D3DB-7EE1-E71BE1D3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6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B7F4-048D-5443-2E64-5720DE1B4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59CCAF-DADE-C0CE-1CCE-5D8959D6B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D0A06-8271-A75B-F72A-DD19E6C7E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07350-36A5-FE4A-0047-25D3DD2E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74E51-18F2-BF31-1F3A-1F3E90B52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0623A-C545-D2C7-7871-B47F5CC6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3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52BB-8BE8-B36B-91E2-A1A37D40D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2843E-C831-C7DF-0E26-7841B640A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91707-4DF5-CE08-387D-01C70E854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FAC6B-AB75-20D0-34CA-6D67B0CE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0A38A-F229-320F-6CC8-47FE73CB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83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799681-5D94-5648-D274-94D0FF3A80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16F9EF-DD97-72E1-8C13-4306AD283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D744-BE43-69FE-4674-2ED84BDC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701D0-87A3-8101-2B3C-D6FE4D86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79D17-3EB2-9FF2-3778-5A3F766E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0C206D-1ECA-B6DF-B46B-FE89CDBA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C0F50-3105-62A9-9046-F5FDCADD8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49C94-6396-E6D9-3689-BD989F2AB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51689-31DB-4BA3-819A-07BF86A27F3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68678-2B94-DDCE-58DB-31D3289A9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C0C52-E161-ECB1-5373-2E1981B51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88EBB-4F54-413D-B923-22FA20BEB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71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B1FE-93BA-C5E9-F631-756137F31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2607"/>
            <a:ext cx="9144000" cy="1870349"/>
          </a:xfrm>
        </p:spPr>
        <p:txBody>
          <a:bodyPr/>
          <a:lstStyle/>
          <a:p>
            <a:r>
              <a:rPr lang="en-US" dirty="0"/>
              <a:t>Global CO2 Emissions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DD6F33-C729-A178-AF5D-1244030CA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8869" y="3062260"/>
            <a:ext cx="5854262" cy="733479"/>
          </a:xfrm>
        </p:spPr>
        <p:txBody>
          <a:bodyPr/>
          <a:lstStyle/>
          <a:p>
            <a:r>
              <a:rPr lang="en-US" dirty="0"/>
              <a:t>Key Trends and Insights (2000–2011)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8E61D-4180-9720-0121-1ABF60F9FADD}"/>
              </a:ext>
            </a:extLst>
          </p:cNvPr>
          <p:cNvSpPr txBox="1"/>
          <p:nvPr/>
        </p:nvSpPr>
        <p:spPr>
          <a:xfrm>
            <a:off x="9023131" y="6092215"/>
            <a:ext cx="2995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Presenter: </a:t>
            </a:r>
            <a:r>
              <a:rPr lang="en-US" b="1" dirty="0">
                <a:solidFill>
                  <a:srgbClr val="002060"/>
                </a:solidFill>
              </a:rPr>
              <a:t>Mohamed Moussa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2676C-2587-38E0-0458-5DA991882D17}"/>
              </a:ext>
            </a:extLst>
          </p:cNvPr>
          <p:cNvSpPr txBox="1"/>
          <p:nvPr/>
        </p:nvSpPr>
        <p:spPr>
          <a:xfrm>
            <a:off x="173420" y="6092215"/>
            <a:ext cx="198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Date: </a:t>
            </a:r>
            <a:r>
              <a:rPr lang="en-US" b="1" dirty="0">
                <a:solidFill>
                  <a:srgbClr val="002060"/>
                </a:solidFill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1703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2DE113-0B4B-6404-8B3F-304BEB935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7" t="9041" r="12085" b="22436"/>
          <a:stretch>
            <a:fillRect/>
          </a:stretch>
        </p:blipFill>
        <p:spPr>
          <a:xfrm>
            <a:off x="1700980" y="789801"/>
            <a:ext cx="8790040" cy="34668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44971C-5958-D895-0AD8-692A90401BBC}"/>
              </a:ext>
            </a:extLst>
          </p:cNvPr>
          <p:cNvSpPr txBox="1"/>
          <p:nvPr/>
        </p:nvSpPr>
        <p:spPr>
          <a:xfrm>
            <a:off x="265471" y="4819163"/>
            <a:ext cx="6961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Visualizes CO2 emissions per capita across different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Highlights high-emission hubs vs. lower-emission developing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stakeholders pinpoint key regions requiring intervention.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08BC64-1854-7921-9006-80B29038DF48}"/>
              </a:ext>
            </a:extLst>
          </p:cNvPr>
          <p:cNvSpPr txBox="1"/>
          <p:nvPr/>
        </p:nvSpPr>
        <p:spPr>
          <a:xfrm>
            <a:off x="4540045" y="267900"/>
            <a:ext cx="3111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Geographic Distribution (Map)</a:t>
            </a:r>
          </a:p>
        </p:txBody>
      </p:sp>
    </p:spTree>
    <p:extLst>
      <p:ext uri="{BB962C8B-B14F-4D97-AF65-F5344CB8AC3E}">
        <p14:creationId xmlns:p14="http://schemas.microsoft.com/office/powerpoint/2010/main" val="44779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CECD42-0BE1-B463-3AFA-1B5E0990A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6832" r="-408" b="648"/>
          <a:stretch>
            <a:fillRect/>
          </a:stretch>
        </p:blipFill>
        <p:spPr>
          <a:xfrm>
            <a:off x="675968" y="758945"/>
            <a:ext cx="10840064" cy="42119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BA393D-D230-9C1B-F07D-1987A902229D}"/>
              </a:ext>
            </a:extLst>
          </p:cNvPr>
          <p:cNvSpPr txBox="1"/>
          <p:nvPr/>
        </p:nvSpPr>
        <p:spPr>
          <a:xfrm>
            <a:off x="501445" y="4970939"/>
            <a:ext cx="84803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Tracks total CO2 emissions across 7 global regions over a 10-year period.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Highlights a sharp upward trend in </a:t>
            </a:r>
            <a:r>
              <a:rPr lang="en-US" b="1" dirty="0"/>
              <a:t>East Asia &amp; Pacific</a:t>
            </a:r>
            <a:r>
              <a:rPr lang="en-US" dirty="0"/>
              <a:t> (blue line), nearly doubling by 2011.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high but plateaued emission levels in </a:t>
            </a:r>
            <a:r>
              <a:rPr lang="en-US" b="1" dirty="0"/>
              <a:t>North America</a:t>
            </a:r>
            <a:r>
              <a:rPr lang="en-US" dirty="0"/>
              <a:t> and </a:t>
            </a:r>
            <a:r>
              <a:rPr lang="en-US" b="1" dirty="0"/>
              <a:t>Europe &amp; Central Asia</a:t>
            </a:r>
            <a:r>
              <a:rPr lang="en-US" dirty="0"/>
              <a:t>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Illustrates lower and steady emission levels across other developing regions.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B3C3B7-0BE4-1F3A-ACBD-109F9E371C5C}"/>
              </a:ext>
            </a:extLst>
          </p:cNvPr>
          <p:cNvSpPr txBox="1"/>
          <p:nvPr/>
        </p:nvSpPr>
        <p:spPr>
          <a:xfrm>
            <a:off x="4217276" y="252248"/>
            <a:ext cx="3757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Regional Emission Trends (Line Chart)</a:t>
            </a:r>
          </a:p>
        </p:txBody>
      </p:sp>
    </p:spTree>
    <p:extLst>
      <p:ext uri="{BB962C8B-B14F-4D97-AF65-F5344CB8AC3E}">
        <p14:creationId xmlns:p14="http://schemas.microsoft.com/office/powerpoint/2010/main" val="329757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D2D21-49E7-B43E-375F-EA601E648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7"/>
          <a:stretch>
            <a:fillRect/>
          </a:stretch>
        </p:blipFill>
        <p:spPr>
          <a:xfrm>
            <a:off x="-1" y="452131"/>
            <a:ext cx="12192000" cy="4387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2366A0-2617-D966-5C70-9B2531B91C27}"/>
              </a:ext>
            </a:extLst>
          </p:cNvPr>
          <p:cNvSpPr txBox="1"/>
          <p:nvPr/>
        </p:nvSpPr>
        <p:spPr>
          <a:xfrm>
            <a:off x="152399" y="5205540"/>
            <a:ext cx="594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Tracks overall emission growth trends from 2000 to 2011.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Interactive filters allow users to zero in on specific regions.</a:t>
            </a:r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Connects geographical data with historical progress over time.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91756D-B90B-AFFA-AF4B-8FAC313669C4}"/>
              </a:ext>
            </a:extLst>
          </p:cNvPr>
          <p:cNvSpPr txBox="1"/>
          <p:nvPr/>
        </p:nvSpPr>
        <p:spPr>
          <a:xfrm>
            <a:off x="4093779" y="82799"/>
            <a:ext cx="400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Interactive 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1266996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085D-9BB7-65C8-02B6-98CBF4490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0509" y="737419"/>
            <a:ext cx="5510981" cy="1268208"/>
          </a:xfrm>
        </p:spPr>
        <p:txBody>
          <a:bodyPr/>
          <a:lstStyle/>
          <a:p>
            <a:r>
              <a:rPr lang="en-US" dirty="0"/>
              <a:t>Final Takeaways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9B133-AB88-4DE1-B650-909DFD66B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52" y="2997353"/>
            <a:ext cx="8713838" cy="207609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Data-driven insights are essential for setting global sustainability goals.</a:t>
            </a:r>
            <a:endParaRPr lang="ar-E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Visualizing regional differences supports targeted policy making.</a:t>
            </a:r>
            <a:endParaRPr lang="ar-E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Next Steps: Analyze correlation with economic metrics like GDP.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05AF6B-06C3-1069-EF6F-F439866F1496}"/>
              </a:ext>
            </a:extLst>
          </p:cNvPr>
          <p:cNvSpPr txBox="1"/>
          <p:nvPr/>
        </p:nvSpPr>
        <p:spPr>
          <a:xfrm>
            <a:off x="383458" y="6238568"/>
            <a:ext cx="2787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41088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181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Global CO2 Emissions Analysis</vt:lpstr>
      <vt:lpstr>PowerPoint Presentation</vt:lpstr>
      <vt:lpstr>PowerPoint Presentation</vt:lpstr>
      <vt:lpstr>PowerPoint Presentation</vt:lpstr>
      <vt:lpstr>Final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Moussa JR</dc:creator>
  <cp:lastModifiedBy>Moussa JR</cp:lastModifiedBy>
  <cp:revision>2</cp:revision>
  <dcterms:created xsi:type="dcterms:W3CDTF">2026-08-01T20:20:21Z</dcterms:created>
  <dcterms:modified xsi:type="dcterms:W3CDTF">2026-08-01T20:44:09Z</dcterms:modified>
</cp:coreProperties>
</file>